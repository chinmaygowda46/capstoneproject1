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8" r:id="rId4"/>
    <p:sldId id="272" r:id="rId5"/>
    <p:sldId id="266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94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Student Dropout Analysis For School Education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</a:t>
            </a:r>
            <a:r>
              <a:rPr lang="en-GB" sz="1800" b="0" dirty="0">
                <a:latin typeface="Cambria" panose="02040503050406030204" pitchFamily="18" charset="0"/>
                <a:ea typeface="Cambria" panose="02040503050406030204" pitchFamily="18" charset="0"/>
              </a:rPr>
              <a:t>CSE_204</a:t>
            </a:r>
            <a:endParaRPr sz="18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002060"/>
                          </a:solidFill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20221CSE0001</a:t>
                      </a:r>
                      <a:endParaRPr sz="1800" b="0" u="none" strike="noStrike" cap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002060"/>
                          </a:solidFill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K.N CHINMAY GOWDA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20221CSE0003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PRAJWAL.M.S</a:t>
                      </a:r>
                      <a:endParaRPr sz="1800" b="0" u="none" strike="noStrike" cap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20221CSE0017</a:t>
                      </a:r>
                      <a:endParaRPr sz="1800" b="0" u="none" strike="noStrike" cap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JEEVAN.M.B</a:t>
                      </a:r>
                      <a:endParaRPr sz="1800" b="0" u="none" strike="noStrike" cap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Bachelor of Technology (</a:t>
            </a: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, Dr. Blessed Prince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 , Mr. </a:t>
            </a: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 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 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Preprocessing: Standard libraries like Pandas and NumPy are used for handling missing values and feature scaling.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Machine Learning Models: The predictive models (Logistic Regression, Random Forest, and XG Boost) were selected for their effectiveness in classification tasks.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Handling Imbalance: To address the issue of an imbalanced dataset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SMOTE (Synthetic Minority Over-sampling Technique), ensuring a robust and reliable model.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Collection Module: Python scripts gather and store data into a MySQL/SQLite database.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 Preprocessing Module: Functions are created to handle missing values, encode variables, and split the dataset.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Prediction Module: Classes for each machine learning algorithm (Logistic Regression, Random Forest, XG Boost) are implemented to handle training, tuning, and prediction.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Dashboard Module: The front-end is developed using Flask/Stream lit, with functions to pass prediction results and visualizations to the interactive user interface.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308</Words>
  <Application>Microsoft Office PowerPoint</Application>
  <PresentationFormat>Widescreen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Cambria</vt:lpstr>
      <vt:lpstr>Verdana</vt:lpstr>
      <vt:lpstr>Wingdings</vt:lpstr>
      <vt:lpstr>Bioinformatics</vt:lpstr>
      <vt:lpstr>Student Dropout Analysis For School Education</vt:lpstr>
      <vt:lpstr>Content</vt:lpstr>
      <vt:lpstr>Algorithm Details</vt:lpstr>
      <vt:lpstr>Source Code Details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JEEVAN M B</cp:lastModifiedBy>
  <cp:revision>41</cp:revision>
  <dcterms:modified xsi:type="dcterms:W3CDTF">2025-10-06T07:26:14Z</dcterms:modified>
</cp:coreProperties>
</file>